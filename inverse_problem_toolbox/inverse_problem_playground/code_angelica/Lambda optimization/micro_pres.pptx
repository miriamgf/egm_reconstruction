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_rels/presentation.xml.rels" ContentType="application/vnd.openxmlformats-package.relationships+xml"/>
  <Override PartName="/ppt/media/image29.png" ContentType="image/png"/>
  <Override PartName="/ppt/media/image28.png" ContentType="image/png"/>
  <Override PartName="/ppt/media/image27.png" ContentType="image/png"/>
  <Override PartName="/ppt/media/image26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18.png" ContentType="image/png"/>
  <Override PartName="/ppt/media/image9.png" ContentType="image/png"/>
  <Override PartName="/ppt/media/image20.png" ContentType="image/png"/>
  <Override PartName="/ppt/media/image8.png" ContentType="image/png"/>
  <Override PartName="/ppt/media/image17.png" ContentType="image/png"/>
  <Override PartName="/ppt/media/image12.png" ContentType="image/png"/>
  <Override PartName="/ppt/media/image35.png" ContentType="image/png"/>
  <Override PartName="/ppt/media/image3.png" ContentType="image/png"/>
  <Override PartName="/ppt/media/image13.png" ContentType="image/png"/>
  <Override PartName="/ppt/media/image36.png" ContentType="image/png"/>
  <Override PartName="/ppt/media/image4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11.png" ContentType="image/png"/>
  <Override PartName="/ppt/media/image2.png" ContentType="image/png"/>
  <Override PartName="/ppt/media/image34.png" ContentType="image/png"/>
  <Override PartName="/ppt/media/image7.png" ContentType="image/png"/>
  <Override PartName="/ppt/media/image16.png" ContentType="image/png"/>
  <Override PartName="/ppt/media/image10.png" ContentType="image/png"/>
  <Override PartName="/ppt/media/image1.png" ContentType="image/png"/>
  <Override PartName="/ppt/media/image33.png" ContentType="image/png"/>
  <Override PartName="/ppt/media/image6.png" ContentType="image/png"/>
  <Override PartName="/ppt/media/image15.png" ContentType="image/png"/>
  <Override PartName="/ppt/media/image5.png" ContentType="image/png"/>
  <Override PartName="/ppt/media/image14.png" ContentType="image/png"/>
  <Override PartName="/ppt/media/image19.png" ContentType="image/png"/>
  <Override PartName="/ppt/media/image21.png" ContentType="image/png"/>
  <Override PartName="/ppt/media/image2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58900C-7624-4ED1-BDFD-FDB359E6C01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FEB34A-D8A8-4082-AAAB-C0CEB7622BC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9738F35A-98CE-4187-A5A8-00CBBC34D1D4}" type="slidenum"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2.png"/><Relationship Id="rId3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4.png"/><Relationship Id="rId3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Tikh-0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Reconstruction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L-curve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" name="" descr=""/>
          <p:cNvPicPr/>
          <p:nvPr/>
        </p:nvPicPr>
        <p:blipFill>
          <a:blip r:embed="rId1"/>
          <a:srcRect l="26778" t="16924" r="10716" b="4009"/>
          <a:stretch/>
        </p:blipFill>
        <p:spPr>
          <a:xfrm>
            <a:off x="3420000" y="3060000"/>
            <a:ext cx="6300000" cy="2520000"/>
          </a:xfrm>
          <a:prstGeom prst="rect">
            <a:avLst/>
          </a:prstGeom>
          <a:ln w="0">
            <a:noFill/>
          </a:ln>
        </p:spPr>
      </p:pic>
      <p:pic>
        <p:nvPicPr>
          <p:cNvPr id="14" name="" descr=""/>
          <p:cNvPicPr/>
          <p:nvPr/>
        </p:nvPicPr>
        <p:blipFill>
          <a:blip r:embed="rId2"/>
          <a:stretch/>
        </p:blipFill>
        <p:spPr>
          <a:xfrm>
            <a:off x="-19800" y="651240"/>
            <a:ext cx="3691800" cy="276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Ventricles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" name="" descr=""/>
          <p:cNvPicPr/>
          <p:nvPr/>
        </p:nvPicPr>
        <p:blipFill>
          <a:blip r:embed="rId1"/>
          <a:stretch/>
        </p:blipFill>
        <p:spPr>
          <a:xfrm>
            <a:off x="88200" y="1224000"/>
            <a:ext cx="3871800" cy="2903760"/>
          </a:xfrm>
          <a:prstGeom prst="rect">
            <a:avLst/>
          </a:prstGeom>
          <a:ln w="0">
            <a:noFill/>
          </a:ln>
        </p:spPr>
      </p:pic>
      <p:pic>
        <p:nvPicPr>
          <p:cNvPr id="17" name="" descr=""/>
          <p:cNvPicPr/>
          <p:nvPr/>
        </p:nvPicPr>
        <p:blipFill>
          <a:blip r:embed="rId2"/>
          <a:stretch/>
        </p:blipFill>
        <p:spPr>
          <a:xfrm>
            <a:off x="5460120" y="1260000"/>
            <a:ext cx="4079880" cy="306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Ventricles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" name="" descr=""/>
          <p:cNvPicPr/>
          <p:nvPr/>
        </p:nvPicPr>
        <p:blipFill>
          <a:blip r:embed="rId1"/>
          <a:stretch/>
        </p:blipFill>
        <p:spPr>
          <a:xfrm>
            <a:off x="28080" y="1371240"/>
            <a:ext cx="4651920" cy="3488760"/>
          </a:xfrm>
          <a:prstGeom prst="rect">
            <a:avLst/>
          </a:prstGeom>
          <a:ln w="0">
            <a:noFill/>
          </a:ln>
        </p:spPr>
      </p:pic>
      <p:pic>
        <p:nvPicPr>
          <p:cNvPr id="20" name="" descr=""/>
          <p:cNvPicPr/>
          <p:nvPr/>
        </p:nvPicPr>
        <p:blipFill>
          <a:blip r:embed="rId2"/>
          <a:stretch/>
        </p:blipFill>
        <p:spPr>
          <a:xfrm>
            <a:off x="5815080" y="1692000"/>
            <a:ext cx="4264920" cy="3198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Ventricles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" name="" descr=""/>
          <p:cNvPicPr/>
          <p:nvPr/>
        </p:nvPicPr>
        <p:blipFill>
          <a:blip r:embed="rId1"/>
          <a:stretch/>
        </p:blipFill>
        <p:spPr>
          <a:xfrm>
            <a:off x="59760" y="1260000"/>
            <a:ext cx="4080240" cy="3060000"/>
          </a:xfrm>
          <a:prstGeom prst="rect">
            <a:avLst/>
          </a:prstGeom>
          <a:ln w="0">
            <a:noFill/>
          </a:ln>
        </p:spPr>
      </p:pic>
      <p:pic>
        <p:nvPicPr>
          <p:cNvPr id="23" name="" descr=""/>
          <p:cNvPicPr/>
          <p:nvPr/>
        </p:nvPicPr>
        <p:blipFill>
          <a:blip r:embed="rId2"/>
          <a:stretch/>
        </p:blipFill>
        <p:spPr>
          <a:xfrm>
            <a:off x="5580000" y="1326240"/>
            <a:ext cx="3991680" cy="2993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Ventricles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" name="" descr=""/>
          <p:cNvPicPr/>
          <p:nvPr/>
        </p:nvPicPr>
        <p:blipFill>
          <a:blip r:embed="rId1"/>
          <a:stretch/>
        </p:blipFill>
        <p:spPr>
          <a:xfrm>
            <a:off x="161280" y="900000"/>
            <a:ext cx="4374720" cy="3281040"/>
          </a:xfrm>
          <a:prstGeom prst="rect">
            <a:avLst/>
          </a:prstGeom>
          <a:ln w="0">
            <a:noFill/>
          </a:ln>
        </p:spPr>
      </p:pic>
      <p:pic>
        <p:nvPicPr>
          <p:cNvPr id="26" name="" descr=""/>
          <p:cNvPicPr/>
          <p:nvPr/>
        </p:nvPicPr>
        <p:blipFill>
          <a:blip r:embed="rId2"/>
          <a:stretch/>
        </p:blipFill>
        <p:spPr>
          <a:xfrm>
            <a:off x="5940000" y="1135440"/>
            <a:ext cx="4006080" cy="300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Ventricles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" name="" descr=""/>
          <p:cNvPicPr/>
          <p:nvPr/>
        </p:nvPicPr>
        <p:blipFill>
          <a:blip r:embed="rId1"/>
          <a:stretch/>
        </p:blipFill>
        <p:spPr>
          <a:xfrm>
            <a:off x="180000" y="1440000"/>
            <a:ext cx="4140000" cy="3105000"/>
          </a:xfrm>
          <a:prstGeom prst="rect">
            <a:avLst/>
          </a:prstGeom>
          <a:ln w="0">
            <a:noFill/>
          </a:ln>
        </p:spPr>
      </p:pic>
      <p:pic>
        <p:nvPicPr>
          <p:cNvPr id="29" name="" descr=""/>
          <p:cNvPicPr/>
          <p:nvPr/>
        </p:nvPicPr>
        <p:blipFill>
          <a:blip r:embed="rId2"/>
          <a:stretch/>
        </p:blipFill>
        <p:spPr>
          <a:xfrm>
            <a:off x="5728320" y="1440000"/>
            <a:ext cx="4171680" cy="312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Ventricles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" name="" descr=""/>
          <p:cNvPicPr/>
          <p:nvPr/>
        </p:nvPicPr>
        <p:blipFill>
          <a:blip r:embed="rId1"/>
          <a:stretch/>
        </p:blipFill>
        <p:spPr>
          <a:xfrm>
            <a:off x="0" y="1260000"/>
            <a:ext cx="3983040" cy="2987280"/>
          </a:xfrm>
          <a:prstGeom prst="rect">
            <a:avLst/>
          </a:prstGeom>
          <a:ln w="0">
            <a:noFill/>
          </a:ln>
        </p:spPr>
      </p:pic>
      <p:pic>
        <p:nvPicPr>
          <p:cNvPr id="32" name="" descr=""/>
          <p:cNvPicPr/>
          <p:nvPr/>
        </p:nvPicPr>
        <p:blipFill>
          <a:blip r:embed="rId2"/>
          <a:stretch/>
        </p:blipFill>
        <p:spPr>
          <a:xfrm>
            <a:off x="5184000" y="1172520"/>
            <a:ext cx="4320000" cy="324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Ventricles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" name="" descr=""/>
          <p:cNvPicPr/>
          <p:nvPr/>
        </p:nvPicPr>
        <p:blipFill>
          <a:blip r:embed="rId1"/>
          <a:stretch/>
        </p:blipFill>
        <p:spPr>
          <a:xfrm>
            <a:off x="360000" y="1011240"/>
            <a:ext cx="2971800" cy="2228760"/>
          </a:xfrm>
          <a:prstGeom prst="rect">
            <a:avLst/>
          </a:prstGeom>
          <a:ln w="0">
            <a:noFill/>
          </a:ln>
        </p:spPr>
      </p:pic>
      <p:pic>
        <p:nvPicPr>
          <p:cNvPr id="35" name="" descr=""/>
          <p:cNvPicPr/>
          <p:nvPr/>
        </p:nvPicPr>
        <p:blipFill>
          <a:blip r:embed="rId2"/>
          <a:stretch/>
        </p:blipFill>
        <p:spPr>
          <a:xfrm>
            <a:off x="5940000" y="900000"/>
            <a:ext cx="3838680" cy="2878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Ventricles change pola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" name="" descr=""/>
          <p:cNvPicPr/>
          <p:nvPr/>
        </p:nvPicPr>
        <p:blipFill>
          <a:blip r:embed="rId1"/>
          <a:stretch/>
        </p:blipFill>
        <p:spPr>
          <a:xfrm>
            <a:off x="5760000" y="1260000"/>
            <a:ext cx="4320000" cy="3240000"/>
          </a:xfrm>
          <a:prstGeom prst="rect">
            <a:avLst/>
          </a:prstGeom>
          <a:ln w="0">
            <a:noFill/>
          </a:ln>
        </p:spPr>
      </p:pic>
      <p:pic>
        <p:nvPicPr>
          <p:cNvPr id="38" name="" descr=""/>
          <p:cNvPicPr/>
          <p:nvPr/>
        </p:nvPicPr>
        <p:blipFill>
          <a:blip r:embed="rId2"/>
          <a:stretch/>
        </p:blipFill>
        <p:spPr>
          <a:xfrm>
            <a:off x="180000" y="1260000"/>
            <a:ext cx="4079880" cy="306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Ventricles change pola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" name="" descr=""/>
          <p:cNvPicPr/>
          <p:nvPr/>
        </p:nvPicPr>
        <p:blipFill>
          <a:blip r:embed="rId1"/>
          <a:stretch/>
        </p:blipFill>
        <p:spPr>
          <a:xfrm>
            <a:off x="5781960" y="1411560"/>
            <a:ext cx="4118040" cy="3088440"/>
          </a:xfrm>
          <a:prstGeom prst="rect">
            <a:avLst/>
          </a:prstGeom>
          <a:ln w="0">
            <a:noFill/>
          </a:ln>
        </p:spPr>
      </p:pic>
      <p:pic>
        <p:nvPicPr>
          <p:cNvPr id="41" name="" descr=""/>
          <p:cNvPicPr/>
          <p:nvPr/>
        </p:nvPicPr>
        <p:blipFill>
          <a:blip r:embed="rId2"/>
          <a:stretch/>
        </p:blipFill>
        <p:spPr>
          <a:xfrm>
            <a:off x="180000" y="1080000"/>
            <a:ext cx="4800240" cy="360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Ventricles change pola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" name="" descr=""/>
          <p:cNvPicPr/>
          <p:nvPr/>
        </p:nvPicPr>
        <p:blipFill>
          <a:blip r:embed="rId1"/>
          <a:stretch/>
        </p:blipFill>
        <p:spPr>
          <a:xfrm>
            <a:off x="5099760" y="1080000"/>
            <a:ext cx="4800240" cy="3600000"/>
          </a:xfrm>
          <a:prstGeom prst="rect">
            <a:avLst/>
          </a:prstGeom>
          <a:ln w="0">
            <a:noFill/>
          </a:ln>
        </p:spPr>
      </p:pic>
      <p:pic>
        <p:nvPicPr>
          <p:cNvPr id="44" name="" descr=""/>
          <p:cNvPicPr/>
          <p:nvPr/>
        </p:nvPicPr>
        <p:blipFill>
          <a:blip r:embed="rId2"/>
          <a:stretch/>
        </p:blipFill>
        <p:spPr>
          <a:xfrm>
            <a:off x="0" y="1260000"/>
            <a:ext cx="4560120" cy="342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Ventricles change pola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6" name="" descr=""/>
          <p:cNvPicPr/>
          <p:nvPr/>
        </p:nvPicPr>
        <p:blipFill>
          <a:blip r:embed="rId1"/>
          <a:stretch/>
        </p:blipFill>
        <p:spPr>
          <a:xfrm>
            <a:off x="5940000" y="1440000"/>
            <a:ext cx="3931920" cy="2948760"/>
          </a:xfrm>
          <a:prstGeom prst="rect">
            <a:avLst/>
          </a:prstGeom>
          <a:ln w="0">
            <a:noFill/>
          </a:ln>
        </p:spPr>
      </p:pic>
      <p:pic>
        <p:nvPicPr>
          <p:cNvPr id="47" name="" descr=""/>
          <p:cNvPicPr/>
          <p:nvPr/>
        </p:nvPicPr>
        <p:blipFill>
          <a:blip r:embed="rId2"/>
          <a:stretch/>
        </p:blipFill>
        <p:spPr>
          <a:xfrm>
            <a:off x="88200" y="1371240"/>
            <a:ext cx="4411800" cy="33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Ventricles change pola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9" name="" descr=""/>
          <p:cNvPicPr/>
          <p:nvPr/>
        </p:nvPicPr>
        <p:blipFill>
          <a:blip r:embed="rId1"/>
          <a:stretch/>
        </p:blipFill>
        <p:spPr>
          <a:xfrm>
            <a:off x="5362560" y="781920"/>
            <a:ext cx="4717440" cy="3538080"/>
          </a:xfrm>
          <a:prstGeom prst="rect">
            <a:avLst/>
          </a:prstGeom>
          <a:ln w="0">
            <a:noFill/>
          </a:ln>
        </p:spPr>
      </p:pic>
      <p:pic>
        <p:nvPicPr>
          <p:cNvPr id="50" name="" descr=""/>
          <p:cNvPicPr/>
          <p:nvPr/>
        </p:nvPicPr>
        <p:blipFill>
          <a:blip r:embed="rId2"/>
          <a:stretch/>
        </p:blipFill>
        <p:spPr>
          <a:xfrm>
            <a:off x="180000" y="1172520"/>
            <a:ext cx="3600000" cy="270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Ventricles change pola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2" name="" descr=""/>
          <p:cNvPicPr/>
          <p:nvPr/>
        </p:nvPicPr>
        <p:blipFill>
          <a:blip r:embed="rId1"/>
          <a:stretch/>
        </p:blipFill>
        <p:spPr>
          <a:xfrm>
            <a:off x="5400000" y="1260000"/>
            <a:ext cx="4560120" cy="3420000"/>
          </a:xfrm>
          <a:prstGeom prst="rect">
            <a:avLst/>
          </a:prstGeom>
          <a:ln w="0">
            <a:noFill/>
          </a:ln>
        </p:spPr>
      </p:pic>
      <p:pic>
        <p:nvPicPr>
          <p:cNvPr id="53" name="" descr=""/>
          <p:cNvPicPr/>
          <p:nvPr/>
        </p:nvPicPr>
        <p:blipFill>
          <a:blip r:embed="rId2"/>
          <a:stretch/>
        </p:blipFill>
        <p:spPr>
          <a:xfrm>
            <a:off x="59760" y="1260000"/>
            <a:ext cx="4800240" cy="360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Ventricles change pola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5" name="" descr=""/>
          <p:cNvPicPr/>
          <p:nvPr/>
        </p:nvPicPr>
        <p:blipFill>
          <a:blip r:embed="rId1"/>
          <a:stretch/>
        </p:blipFill>
        <p:spPr>
          <a:xfrm>
            <a:off x="5040000" y="1260000"/>
            <a:ext cx="5040000" cy="3780000"/>
          </a:xfrm>
          <a:prstGeom prst="rect">
            <a:avLst/>
          </a:prstGeom>
          <a:ln w="0">
            <a:noFill/>
          </a:ln>
        </p:spPr>
      </p:pic>
      <p:pic>
        <p:nvPicPr>
          <p:cNvPr id="56" name="" descr=""/>
          <p:cNvPicPr/>
          <p:nvPr/>
        </p:nvPicPr>
        <p:blipFill>
          <a:blip r:embed="rId2"/>
          <a:stretch/>
        </p:blipFill>
        <p:spPr>
          <a:xfrm>
            <a:off x="0" y="1440000"/>
            <a:ext cx="4411800" cy="33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Ventricles change pola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8" name="" descr=""/>
          <p:cNvPicPr/>
          <p:nvPr/>
        </p:nvPicPr>
        <p:blipFill>
          <a:blip r:embed="rId1"/>
          <a:stretch/>
        </p:blipFill>
        <p:spPr>
          <a:xfrm>
            <a:off x="360000" y="1260000"/>
            <a:ext cx="4651920" cy="3488760"/>
          </a:xfrm>
          <a:prstGeom prst="rect">
            <a:avLst/>
          </a:prstGeom>
          <a:ln w="0">
            <a:noFill/>
          </a:ln>
        </p:spPr>
      </p:pic>
      <p:pic>
        <p:nvPicPr>
          <p:cNvPr id="59" name="" descr=""/>
          <p:cNvPicPr/>
          <p:nvPr/>
        </p:nvPicPr>
        <p:blipFill>
          <a:blip r:embed="rId2"/>
          <a:stretch/>
        </p:blipFill>
        <p:spPr>
          <a:xfrm>
            <a:off x="5279760" y="1260000"/>
            <a:ext cx="4800240" cy="360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Right Atria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1" name="" descr=""/>
          <p:cNvPicPr/>
          <p:nvPr/>
        </p:nvPicPr>
        <p:blipFill>
          <a:blip r:embed="rId1"/>
          <a:stretch/>
        </p:blipFill>
        <p:spPr>
          <a:xfrm>
            <a:off x="5760000" y="1800000"/>
            <a:ext cx="3240000" cy="2430000"/>
          </a:xfrm>
          <a:prstGeom prst="rect">
            <a:avLst/>
          </a:prstGeom>
          <a:ln w="0">
            <a:noFill/>
          </a:ln>
        </p:spPr>
      </p:pic>
      <p:pic>
        <p:nvPicPr>
          <p:cNvPr id="62" name="" descr=""/>
          <p:cNvPicPr/>
          <p:nvPr/>
        </p:nvPicPr>
        <p:blipFill>
          <a:blip r:embed="rId2"/>
          <a:stretch/>
        </p:blipFill>
        <p:spPr>
          <a:xfrm>
            <a:off x="720000" y="1928520"/>
            <a:ext cx="2948760" cy="2211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Left Atria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4" name="" descr=""/>
          <p:cNvPicPr/>
          <p:nvPr/>
        </p:nvPicPr>
        <p:blipFill>
          <a:blip r:embed="rId1"/>
          <a:stretch/>
        </p:blipFill>
        <p:spPr>
          <a:xfrm>
            <a:off x="4860000" y="1260000"/>
            <a:ext cx="3780000" cy="2835000"/>
          </a:xfrm>
          <a:prstGeom prst="rect">
            <a:avLst/>
          </a:prstGeom>
          <a:ln w="0">
            <a:noFill/>
          </a:ln>
        </p:spPr>
      </p:pic>
      <p:pic>
        <p:nvPicPr>
          <p:cNvPr id="65" name="" descr=""/>
          <p:cNvPicPr/>
          <p:nvPr/>
        </p:nvPicPr>
        <p:blipFill>
          <a:blip r:embed="rId2"/>
          <a:stretch/>
        </p:blipFill>
        <p:spPr>
          <a:xfrm>
            <a:off x="28080" y="1080000"/>
            <a:ext cx="4111920" cy="3083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2025-01-24T12:56:06Z</dcterms:created>
  <dc:creator>Oscar Barquero</dc:creator>
  <dc:description/>
  <dc:language>es-ES</dc:language>
  <cp:lastModifiedBy>Oscar Barquero</cp:lastModifiedBy>
  <dcterms:modified xsi:type="dcterms:W3CDTF">2025-01-24T13:25:10Z</dcterms:modified>
  <cp:revision>4</cp:revision>
  <dc:subject/>
  <dc:title/>
</cp:coreProperties>
</file>